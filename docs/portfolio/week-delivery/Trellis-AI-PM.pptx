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依据：docs/product/TRELLIS_WEEK_CASE_STUDY.md、TRELLIS_WEEK_RESEARCH.md、outputs/model-benchmark/latest.json。AI 产品完整实践 · 受控演示版
材料判断 → 路线提案 → 用户确认 → 行动与反馈
当前证据：工程验证与模型实测；用户效果和商业假设待验证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依据：docs/product/TRELLIS_WEEK_CASE_STUDY.md、TRELLIS_WEEK_RESEARCH.md、outputs/model-benchmark/latest.json。真实起因：不清楚课程是否合理、适配自己，以及先学什么。
首期聚焦 AI 与 AI PM 学习，控制内容与评估范围。
问题来自所有者经历；外部访谈尚未完成，不外推市场规模。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依据：docs/product/TRELLIS_WEEK_CASE_STUDY.md、TRELLIS_WEEK_RESEARCH.md、outputs/model-benchmark/latest.json。材料质量与适配性分开：可信来源也可能暂不适合。
已有购买不构成必学理由，允许采用、补充、暂缓和排除。
新提案不会覆盖当前学习；重大调整经过确认。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依据：docs/product/TRELLIS_WEEK_CASE_STUDY.md、TRELLIS_WEEK_RESEARCH.md、outputs/model-benchmark/latest.json。按提供文本拆分片段，明确未读范围。
逐片段审阅，已确认版本进入路线。
当前规则映射仅作候选，仍需语义质量验证。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依据：docs/product/TRELLIS_WEEK_CASE_STUDY.md、TRELLIS_WEEK_RESEARCH.md、outputs/model-benchmark/latest.json。模型：目标理解、目录提取、章节映射候选。
程序：已知引用、编排约束、状态与用户确认。
失败：信息不足或退回已发布基线，不伪造阅读和理解。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依据：docs/product/TRELLIS_WEEK_CASE_STUDY.md、TRELLIS_WEEK_RESEARCH.md、outputs/model-benchmark/latest.json。主模型 qwen3.8-flash：8/8，21015 ms，8037 tokens。
备用 glm-5.3-flash：6/8；未达到发布门槛。
这是固定协议/grounding 任务结果，不等于用户学习效果；独立路线评分待完成。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依据：docs/product/TRELLIS_WEEK_CASE_STUDY.md、TRELLIS_WEEK_RESEARCH.md、outputs/model-benchmark/latest.json。发现：uncertain 被推进、自报测试被判强证据、草稿隐藏任务。
修改：反馈保持开放、证据降级、确认状态分离与跨周恢复。
验证：回归测试与浏览器流程；来源是代码审计，不冒充用户观察。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依据：docs/product/TRELLIS_WEEK_CASE_STUDY.md、TRELLIS_WEEK_RESEARCH.md、outputs/model-benchmark/latest.json。商业：比较一次性诊断与持续服务，尚无付费结果。
待验证：独立用户、连续使用、语义材料质量和完整事务。
个人贡献须作者核对；Codex 协助研究、实现、测试与展示稿。
请作者用自己的话解释判断与贡献，不能把稿件当作已完成面试记录。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Trellis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从材料囤积，到有依据的学习路线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产品完整实践 · 受控演示版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材料判断 → 路线提案 → 用户确认 → 行动与反馈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当前证据：工程验证与模型实测；用户效果和商业假设待验证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问题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有材料，仍然难以决定如何学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真实起因：不清楚课程是否合理、适配自己，以及先学什么。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首期聚焦 AI 与 AI PM 学习，控制内容与评估范围。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问题来自所有者经历；外部访谈尚未完成，不外推市场规模。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产品判断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路线必须解释取舍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材料质量与适配性分开：可信来源也可能暂不适合。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已有购买不构成必学理由，允许采用、补充、暂缓和排除。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新提案不会覆盖当前学习；重大调整经过确认。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产品演示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材料成为路线中的可追溯引用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按提供文本拆分片段，明确未读范围。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逐片段审阅，已确认版本进入路线。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当前规则映射仅作候选，仍需语义质量验证。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设计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模型候选与程序约束分别负责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模型：目标理解、目录提取、章节映射候选。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程序：已知引用、编排约束、状态与用户确认。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失败：信息不足或退回已发布基线，不伪造阅读和理解。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验证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保留失败，才能判断可靠性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 qwen3.8-flash：8/8，21015 ms，8037 tokens。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glm-5.3-flash：6/8；未达到发布门槛。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这是固定协议/grounding 任务结果，不等于用户学习效果；独立路线评分待完成。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迭代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一次完成，不能被称为掌握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发现：uncertain 被推进、自报测试被判强证据、草稿隐藏任务。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修改：反馈保持开放、证据降级、确认状态分离与跨周恢复。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验证：回归测试与浏览器流程；来源是代码审计，不冒充用户观察。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复盘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用下一轮证据决定继续投入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商业：比较一次性诊断与持续服务，尚无付费结果。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待验证：独立用户、连续使用、语义材料质量和完整事务。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个人贡献须作者核对；Codex 协助研究、实现、测试与展示稿。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  ·  2026-09-06  ·  受控演示 / 未验证长期效果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Trellis 一周投递版</dc:title>
  <dc:subject>AI PM 作品集初稿</dc:subject>
  <dc:creator>Trellis 项目</dc:creator>
  <cp:lastModifiedBy>Trellis 项目</cp:lastModifiedBy>
  <cp:revision>1</cp:revision>
  <dcterms:created xsi:type="dcterms:W3CDTF">2026-09-06T14:39:15Z</dcterms:created>
  <dcterms:modified xsi:type="dcterms:W3CDTF">2026-09-06T14:39:15Z</dcterms:modified>
</cp:coreProperties>
</file>